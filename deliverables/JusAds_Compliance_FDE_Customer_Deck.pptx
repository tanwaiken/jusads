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11d8943ac24648" /><Relationship Type="http://schemas.openxmlformats.org/officeDocument/2006/relationships/extended-properties" Target="/docProps/app.xml" Id="R847002c45a4d49e4" /><Relationship Type="http://schemas.openxmlformats.org/officeDocument/2006/relationships/officeDocument" Target="/ppt/presentation.xml" Id="R2aa2b380b33244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2e29c67863459f"/>
  </p:sldMasterIdLst>
  <p:notesMasterIdLst>
    <p:notesMasterId xmlns:r="http://schemas.openxmlformats.org/officeDocument/2006/relationships" r:id="Rc453b19e8a3e4fd7"/>
  </p:notesMasterIdLst>
  <p:sldIdLst>
    <p:sldId xmlns:r="http://schemas.openxmlformats.org/officeDocument/2006/relationships" id="256" r:id="Rfa9f7f49ade04f84"/>
    <p:sldId xmlns:r="http://schemas.openxmlformats.org/officeDocument/2006/relationships" id="257" r:id="R5c060018c02a4a2d"/>
    <p:sldId xmlns:r="http://schemas.openxmlformats.org/officeDocument/2006/relationships" id="258" r:id="R719251db254041da"/>
    <p:sldId xmlns:r="http://schemas.openxmlformats.org/officeDocument/2006/relationships" id="259" r:id="R9dedbcb780c64fcf"/>
    <p:sldId xmlns:r="http://schemas.openxmlformats.org/officeDocument/2006/relationships" id="260" r:id="Rb53b64d497894e7b"/>
    <p:sldId xmlns:r="http://schemas.openxmlformats.org/officeDocument/2006/relationships" id="261" r:id="R5048d086c43d4e07"/>
    <p:sldId xmlns:r="http://schemas.openxmlformats.org/officeDocument/2006/relationships" id="262" r:id="Rf5e72c2220504b0a"/>
    <p:sldId xmlns:r="http://schemas.openxmlformats.org/officeDocument/2006/relationships" id="263" r:id="R2c1df6e4bc244e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875f42c9ab4f7d" /><Relationship Type="http://schemas.openxmlformats.org/officeDocument/2006/relationships/slideMaster" Target="/ppt/slideMasters/slideMaster1.xml" Id="Re62e29c67863459f" /><Relationship Type="http://schemas.openxmlformats.org/officeDocument/2006/relationships/notesMaster" Target="/ppt/notesMasters/notesMaster1.xml" Id="Rc453b19e8a3e4fd7" /><Relationship Type="http://schemas.openxmlformats.org/officeDocument/2006/relationships/presProps" Target="/ppt/presProps.xml" Id="Rfb8c951cac3549fa" /><Relationship Type="http://schemas.openxmlformats.org/officeDocument/2006/relationships/tableStyles" Target="/ppt/tableStyles.xml" Id="R5e64d5b2ec184d04" /><Relationship Type="http://schemas.openxmlformats.org/officeDocument/2006/relationships/slide" Target="/ppt/slides/slide1.xml" Id="Rfa9f7f49ade04f84" /><Relationship Type="http://schemas.openxmlformats.org/officeDocument/2006/relationships/slide" Target="/ppt/slides/slide2.xml" Id="R5c060018c02a4a2d" /><Relationship Type="http://schemas.openxmlformats.org/officeDocument/2006/relationships/slide" Target="/ppt/slides/slide3.xml" Id="R719251db254041da" /><Relationship Type="http://schemas.openxmlformats.org/officeDocument/2006/relationships/slide" Target="/ppt/slides/slide4.xml" Id="R9dedbcb780c64fcf" /><Relationship Type="http://schemas.openxmlformats.org/officeDocument/2006/relationships/slide" Target="/ppt/slides/slide5.xml" Id="Rb53b64d497894e7b" /><Relationship Type="http://schemas.openxmlformats.org/officeDocument/2006/relationships/slide" Target="/ppt/slides/slide6.xml" Id="R5048d086c43d4e07" /><Relationship Type="http://schemas.openxmlformats.org/officeDocument/2006/relationships/slide" Target="/ppt/slides/slide7.xml" Id="Rf5e72c2220504b0a" /><Relationship Type="http://schemas.openxmlformats.org/officeDocument/2006/relationships/slide" Target="/ppt/slides/slide8.xml" Id="R2c1df6e4bc244e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05bc9cb48f4f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ae14b331274161" /><Relationship Type="http://schemas.openxmlformats.org/officeDocument/2006/relationships/notesMaster" Target="/ppt/notesMasters/notesMaster1.xml" Id="R41f2ac41de264c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46bd53017a4988" /><Relationship Type="http://schemas.openxmlformats.org/officeDocument/2006/relationships/notesMaster" Target="/ppt/notesMasters/notesMaster1.xml" Id="Rd2f798ee89c441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27b8216ad34a61" /><Relationship Type="http://schemas.openxmlformats.org/officeDocument/2006/relationships/notesMaster" Target="/ppt/notesMasters/notesMaster1.xml" Id="Rd1f4739583ab42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c4eef917ab479d" /><Relationship Type="http://schemas.openxmlformats.org/officeDocument/2006/relationships/notesMaster" Target="/ppt/notesMasters/notesMaster1.xml" Id="Rd06418b195ec49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02a3c064fe4032" /><Relationship Type="http://schemas.openxmlformats.org/officeDocument/2006/relationships/notesMaster" Target="/ppt/notesMasters/notesMaster1.xml" Id="Rbb6a700c549a44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c42ca010e44e32" /><Relationship Type="http://schemas.openxmlformats.org/officeDocument/2006/relationships/notesMaster" Target="/ppt/notesMasters/notesMaster1.xml" Id="R2c72af9f1eb24c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b598d95b004ff8" /><Relationship Type="http://schemas.openxmlformats.org/officeDocument/2006/relationships/notesMaster" Target="/ppt/notesMasters/notesMaster1.xml" Id="R92065221459f47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b08f9304b34975" /><Relationship Type="http://schemas.openxmlformats.org/officeDocument/2006/relationships/notesMaster" Target="/ppt/notesMasters/notesMaster1.xml" Id="Rc0a38a7f386646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Architecture claims: local JusAds source review, July 2026.</a:t>
            </a:r>
          </a:p>
          <a:p xmlns:a="http://schemas.openxmlformats.org/drawingml/2006/main">
            <a:r>
              <a:t>No customer performance metrics are asserted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Problem framing: customer-value hypothesis; validate during discovery.</a:t>
            </a:r>
          </a:p>
          <a:p xmlns:a="http://schemas.openxmlformats.org/drawingml/2006/main">
            <a:r>
              <a:t>Architecture capability: local JusAds compliance, remediation, evidence, and rule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code: rules_client.py, compliance pipeline, remediation-version/evaluation schema.</a:t>
            </a:r>
          </a:p>
          <a:p xmlns:a="http://schemas.openxmlformats.org/drawingml/2006/main">
            <a:r>
              <a:t>Research rationale: BINDER, Cheng et al. (2023), https://arxiv.org/abs/2210.02875.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code: compliance_pipeline.py, decision_router.py, triage.py, remediation state-machine migration.</a:t>
            </a:r>
          </a:p>
          <a:p xmlns:a="http://schemas.openxmlformats.org/drawingml/2006/main">
            <a:r>
              <a:t>Research rationale: LEGAL-BERT, Chalkidis et al. (2020), https://arxiv.org/abs/2010.02559.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code: shared/config.py, rules modules, ML_TRIAGE_POC.md, remediation evaluation schema.</a:t>
            </a:r>
          </a:p>
          <a:p xmlns:a="http://schemas.openxmlformats.org/drawingml/2006/main">
            <a:r>
              <a:t>Research: LexGLUE, Chalkidis et al. (2021), https://arxiv.org/abs/2110.00976.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Research: Guo et al. (2017), On Calibration of Modern Neural Networks, https://arxiv.org/abs/1706.04599.</a:t>
            </a:r>
          </a:p>
          <a:p xmlns:a="http://schemas.openxmlformats.org/drawingml/2006/main">
            <a:r>
              <a:t>Metrics are proposed customer acceptance criteria, not reported production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FDE rollout is a proposed delivery plan, not an existing customer case study.</a:t>
            </a:r>
          </a:p>
          <a:p xmlns:a="http://schemas.openxmlformats.org/drawingml/2006/main">
            <a:r>
              <a:t>See future model-guidance documentation for evaluation and promotion criteria.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capability statements are based on the local architecture and are subject to authenticated integration testing.</a:t>
            </a:r>
          </a:p>
          <a:p xmlns:a="http://schemas.openxmlformats.org/drawingml/2006/main">
            <a:r>
              <a:t>No customer-specific outcomes are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fde9baff0741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aedd7e621841fc" /><Relationship Type="http://schemas.openxmlformats.org/officeDocument/2006/relationships/slideLayout" Target="/ppt/slideLayouts/slideLayout1.xml" Id="Rd98a0d7d042842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8a0d7d042842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b8317574646fa" /><Relationship Type="http://schemas.openxmlformats.org/officeDocument/2006/relationships/notesSlide" Target="/ppt/notesSlides/notesSlide1.xml" Id="R5b26b96a831548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c6942f750425d" /><Relationship Type="http://schemas.openxmlformats.org/officeDocument/2006/relationships/notesSlide" Target="/ppt/notesSlides/notesSlide2.xml" Id="R7558e9a2414d4c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98286f9544f3b" /><Relationship Type="http://schemas.openxmlformats.org/officeDocument/2006/relationships/notesSlide" Target="/ppt/notesSlides/notesSlide3.xml" Id="Rd33a1fd348f14b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2b64c9105432e" /><Relationship Type="http://schemas.openxmlformats.org/officeDocument/2006/relationships/notesSlide" Target="/ppt/notesSlides/notesSlide4.xml" Id="R89d773b6e19f40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00d7d625f41d1" /><Relationship Type="http://schemas.openxmlformats.org/officeDocument/2006/relationships/notesSlide" Target="/ppt/notesSlides/notesSlide5.xml" Id="Rd9d96adceadb4d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240cf64904a13" /><Relationship Type="http://schemas.openxmlformats.org/officeDocument/2006/relationships/notesSlide" Target="/ppt/notesSlides/notesSlide6.xml" Id="R1609fd7dc7c44b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bd4f3e48449e7" /><Relationship Type="http://schemas.openxmlformats.org/officeDocument/2006/relationships/notesSlide" Target="/ppt/notesSlides/notesSlide7.xml" Id="Rba4289d5098a43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8825a29324f3b" /><Relationship Type="http://schemas.openxmlformats.org/officeDocument/2006/relationships/notesSlide" Target="/ppt/notesSlides/notesSlide8.xml" Id="Recd2672d1eea4d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844AF194-6A55-47F6-8363-1F21F3CF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Move faster in new markets—without losing control of compliance.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CF76A36-30FF-488B-9D52-D5410160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field-deployment view for regulated marketing teams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819A26F-3340-4A03-B8D5-286B02D0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JusAds</a:t>
            </a:r>
          </a:p>
        </p:txBody>
      </p:sp>
    </p:spTree>
    <p:extLst>
      <p:ext uri="{BB962C8B-B14F-4D97-AF65-F5344CB8AC3E}">
        <p14:creationId xmlns:p14="http://schemas.microsoft.com/office/powerpoint/2010/main" val="9684577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705CF9F-8C8D-4313-A0A4-CB3CBE17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E69760D-EF2E-4140-8512-476DE2A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customer problem is not creating ads. It is proving they are safe to run.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C50F60A-5763-4673-8099-90739514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Marketing needs speed. Compliance needs defensible evidence. Most teams still bridge the gap manually.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62867DA-008E-4DEC-AEEC-89FD0EDA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Fragmented review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446D9E92-56BE-4337-8213-797E188C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93DA709E-AECD-4D4C-BDE6-77ABD267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JusAds turns review into an observable workflow: identify risk, show evidence, suggest a fix, and retain the decision trail.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F550D95B-F239-4A71-9A8D-067FADDE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Late-stage rework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3809BFE3-235C-4D3E-8144-5C799D47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FB07C03F-416B-4355-AC96-F01CA863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Unclear ownership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4D29354E-8060-4BCC-8CD7-21DB8FE4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12F969ED-784A-444F-B6F3-400097F7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Limited audit trail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E03F3C84-CC38-4524-BBF8-A9DA7F8C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78899FC8-C2EE-448F-9CF4-BC372E9A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4E71B984-25C8-4B5A-B5F0-3DEE2504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20952484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46A330F9-CFFB-4D35-8BBC-B7B830F9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46C8664E-A396-40D9-8BBE-B01CAEC5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E3C344A4-2FC4-4AE5-BCE7-303A2E63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28ED48FC-2CB8-49FB-BB30-E3873F45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E68CB38-D8FC-4A11-BD82-4060FB3B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decision is only useful when it can be explained and rechecked.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8F84C2E-F5C1-44A2-B8E4-FCEFDA50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367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Map findings to a policy source and version.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F50687E-2224-46DD-98A0-A9D6936D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4595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Verify edited output before it is treated as safe.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56555502-E16E-47CF-A2E7-BC57A1B7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3276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Show affected copy, scene, audio, or asset context.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DA578C91-8BB4-4CA0-874F-44E8FDB6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Rule-linked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ACD7574E-3048-40EF-8A54-262932DA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Evidence-led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01A45978-CE45-4457-B5A3-9F56DD34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Recheck-ready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A27AFAA9-0C00-40C6-A5C9-BCF13E16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value proposition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JusAds helps teams produce localized creative with an evidence trail—not just an AI opinion.</a:t>
            </a:r>
          </a:p>
        </p:txBody>
      </p:sp>
    </p:spTree>
    <p:extLst>
      <p:ext uri="{BB962C8B-B14F-4D97-AF65-F5344CB8AC3E}">
        <p14:creationId xmlns:p14="http://schemas.microsoft.com/office/powerpoint/2010/main" val="7831702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EC8F8E6-EEAE-42F6-BBDF-7B49C26D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2CDC1DA-5E49-41E8-A5B4-01F9B55D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operating model: detect, decide, improve, verify.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35360D10-A5C4-4A9E-9BF6-F37D22DA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FB79B92F-8264-419D-810E-46F4B0FE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5401B2A-F42F-4D58-956A-EE86C9CA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 Explain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 evidence, policy, confidence, and recommendation.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B0B184F-3B33-436C-A993-DD0B3D82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 Verify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Re-run checks after remediation; escalate uncertainty.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98BAC170-BB56-4970-A0F3-B8BAE7A6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C272B0E8-CCBA-4EB3-B65B-FA0BD87E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EDF633A0-D930-4FF4-83EA-3ADF234A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6639DC4-821A-4971-A2AB-D4921FC6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 Detect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Flag candidate issues in creative and claims.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0DAE5593-2EC2-49FD-9C59-867D402F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0A89777C-1BCF-4CE0-965E-44F19921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How the system works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multimodal analysis layer reads text, image, audio, and video. A policy layer makes the decision reproducible.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workflow keeps people in control for material risk and low-confidence cases.</a:t>
            </a:r>
          </a:p>
        </p:txBody>
      </p:sp>
    </p:spTree>
    <p:extLst>
      <p:ext uri="{BB962C8B-B14F-4D97-AF65-F5344CB8AC3E}">
        <p14:creationId xmlns:p14="http://schemas.microsoft.com/office/powerpoint/2010/main" val="18351778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C39C23C-47DC-4EEB-AE87-C1C9EE65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1074B88-F0B9-471E-90A0-EA946ED3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architecture is deliberately hybrid—not ‘LLM-only’.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4F2A36D0-78EC-4307-90C0-9FAFE8F1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FFAAB2C-AB61-4B2F-B8C7-7C30F110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analysis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Multimodal detection, explanation, and suggested remediation.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A14C9C48-3C01-40B3-8743-CAEDBEBD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0A599A1-5FB0-4B96-B77A-625C6F9B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Policy layer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Platform and regulatory rules with traceable versions.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11D962E3-2388-4081-8628-75B3E4F4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D6DE5D57-7DFC-46F0-9468-848D6318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Learning layer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Future lightweight triage model trained only on reviewed outcomes.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5B204FDE-798E-4445-BF2C-C9517DD8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FF933D33-54CC-4429-8453-AAB17EB4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Governance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Identity controls, private assets, audit events, and human escalation.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A1F7BE7-7296-4148-8D35-F2758B6E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Why customers can trust the design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Language models interpret messy media. Versioned policy rules, evidence, and rechecks constrain the final workflow.</a:t>
            </a:r>
          </a:p>
        </p:txBody>
      </p:sp>
    </p:spTree>
    <p:extLst>
      <p:ext uri="{BB962C8B-B14F-4D97-AF65-F5344CB8AC3E}">
        <p14:creationId xmlns:p14="http://schemas.microsoft.com/office/powerpoint/2010/main" val="16645676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4F8CBC7-0BA8-43E2-874E-F7FA6FE0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7-3">
            <a:extLst xmlns:a="http://schemas.openxmlformats.org/drawingml/2006/main">
              <a:ext uri="{FF2B5EF4-FFF2-40B4-BE49-F238E27FC236}">
                <a16:creationId xmlns:a16="http://schemas.microsoft.com/office/drawing/2014/main" id="{11F64E7A-DE80-4441-8981-2CF12AD9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deployment contract is measurable from day one.</a:t>
            </a:r>
          </a:p>
        </p:txBody>
      </p:sp>
      <p:sp>
        <p:nvSpPr>
          <p:cNvPr id="3" name="Rounded-Rectangle-4-4">
            <a:extLst xmlns:a="http://schemas.openxmlformats.org/drawingml/2006/main">
              <a:ext uri="{FF2B5EF4-FFF2-40B4-BE49-F238E27FC236}">
                <a16:creationId xmlns:a16="http://schemas.microsoft.com/office/drawing/2014/main" id="{727CA876-1A27-4748-B241-88EAE55B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8-5">
            <a:extLst xmlns:a="http://schemas.openxmlformats.org/drawingml/2006/main">
              <a:ext uri="{FF2B5EF4-FFF2-40B4-BE49-F238E27FC236}">
                <a16:creationId xmlns:a16="http://schemas.microsoft.com/office/drawing/2014/main" id="{1AA57B5A-34CD-40A2-BF39-90A2242A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00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Safety</a:t>
            </a:r>
          </a:p>
        </p:txBody>
      </p:sp>
      <p:sp>
        <p:nvSpPr>
          <p:cNvPr id="5" name="Content-Placeholder-8-6">
            <a:extLst xmlns:a="http://schemas.openxmlformats.org/drawingml/2006/main">
              <a:ext uri="{FF2B5EF4-FFF2-40B4-BE49-F238E27FC236}">
                <a16:creationId xmlns:a16="http://schemas.microsoft.com/office/drawing/2014/main" id="{570BA902-2C5F-4460-8CBB-148AF09E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00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Precision</a:t>
            </a:r>
          </a:p>
        </p:txBody>
      </p:sp>
      <p:sp>
        <p:nvSpPr>
          <p:cNvPr id="6" name="Content-Placeholder-8-7">
            <a:extLst xmlns:a="http://schemas.openxmlformats.org/drawingml/2006/main">
              <a:ext uri="{FF2B5EF4-FFF2-40B4-BE49-F238E27FC236}">
                <a16:creationId xmlns:a16="http://schemas.microsoft.com/office/drawing/2014/main" id="{20B34B6C-C244-4EE9-B8D7-70E2E3E4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32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and recall</a:t>
            </a:r>
          </a:p>
        </p:txBody>
      </p:sp>
      <p:sp>
        <p:nvSpPr>
          <p:cNvPr id="7" name="Rounded-Rectangle-1-9">
            <a:extLst xmlns:a="http://schemas.openxmlformats.org/drawingml/2006/main">
              <a:ext uri="{FF2B5EF4-FFF2-40B4-BE49-F238E27FC236}">
                <a16:creationId xmlns:a16="http://schemas.microsoft.com/office/drawing/2014/main" id="{5E389C64-DD0E-497B-80E3-9E1A902B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10">
            <a:extLst xmlns:a="http://schemas.openxmlformats.org/drawingml/2006/main">
              <a:ext uri="{FF2B5EF4-FFF2-40B4-BE49-F238E27FC236}">
                <a16:creationId xmlns:a16="http://schemas.microsoft.com/office/drawing/2014/main" id="{384B0600-2610-4AFF-9B53-3392C9C8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2316004"/>
            <a:ext cx="3068669" cy="2040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9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2D4B5BF7-35AB-47D1-A398-056D2C0F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Trust</a:t>
            </a:r>
          </a:p>
        </p:txBody>
      </p:sp>
      <p:sp>
        <p:nvSpPr>
          <p:cNvPr id="10" name="Content-Placeholder-8-12">
            <a:extLst xmlns:a="http://schemas.openxmlformats.org/drawingml/2006/main">
              <a:ext uri="{FF2B5EF4-FFF2-40B4-BE49-F238E27FC236}">
                <a16:creationId xmlns:a16="http://schemas.microsoft.com/office/drawing/2014/main" id="{EF8DA937-25F8-4CE4-AAD7-A5302580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Calibrated</a:t>
            </a:r>
          </a:p>
        </p:txBody>
      </p:sp>
      <p:sp>
        <p:nvSpPr>
          <p:cNvPr id="11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2985C1A4-44D2-4D47-8649-28D37920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confidence</a:t>
            </a:r>
          </a:p>
        </p:txBody>
      </p:sp>
      <p:sp>
        <p:nvSpPr>
          <p:cNvPr id="12" name="Rounded-Rectangle-12-15">
            <a:extLst xmlns:a="http://schemas.openxmlformats.org/drawingml/2006/main">
              <a:ext uri="{FF2B5EF4-FFF2-40B4-BE49-F238E27FC236}">
                <a16:creationId xmlns:a16="http://schemas.microsoft.com/office/drawing/2014/main" id="{965EC36D-BD06-4ADF-A575-1F5DFEE1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32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Content-Placeholder-8-16">
            <a:extLst xmlns:a="http://schemas.openxmlformats.org/drawingml/2006/main">
              <a:ext uri="{FF2B5EF4-FFF2-40B4-BE49-F238E27FC236}">
                <a16:creationId xmlns:a16="http://schemas.microsoft.com/office/drawing/2014/main" id="{C353FDC5-9F6D-484E-B54E-A8764812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2316004"/>
            <a:ext cx="3068669" cy="2040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4" name="Content-Placeholder-8-17">
            <a:extLst xmlns:a="http://schemas.openxmlformats.org/drawingml/2006/main">
              <a:ext uri="{FF2B5EF4-FFF2-40B4-BE49-F238E27FC236}">
                <a16:creationId xmlns:a16="http://schemas.microsoft.com/office/drawing/2014/main" id="{64586B4B-D1E2-49CB-B863-57996A20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Operations</a:t>
            </a:r>
          </a:p>
        </p:txBody>
      </p:sp>
      <p:sp>
        <p:nvSpPr>
          <p:cNvPr id="15" name="Content-Placeholder-8-18">
            <a:extLst xmlns:a="http://schemas.openxmlformats.org/drawingml/2006/main">
              <a:ext uri="{FF2B5EF4-FFF2-40B4-BE49-F238E27FC236}">
                <a16:creationId xmlns:a16="http://schemas.microsoft.com/office/drawing/2014/main" id="{A8D45BCF-EF36-4C32-B677-D11184F1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Time</a:t>
            </a:r>
          </a:p>
        </p:txBody>
      </p:sp>
      <p:sp>
        <p:nvSpPr>
          <p:cNvPr id="16" name="Content-Placeholder-8-19">
            <a:extLst xmlns:a="http://schemas.openxmlformats.org/drawingml/2006/main">
              <a:ext uri="{FF2B5EF4-FFF2-40B4-BE49-F238E27FC236}">
                <a16:creationId xmlns:a16="http://schemas.microsoft.com/office/drawing/2014/main" id="{D20BAFA6-7673-429B-93F8-F49DDCE5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 decision</a:t>
            </a:r>
          </a:p>
        </p:txBody>
      </p:sp>
      <p:sp>
        <p:nvSpPr>
          <p:cNvPr id="17" name="Content-Placeholder-8-21">
            <a:extLst xmlns:a="http://schemas.openxmlformats.org/drawingml/2006/main">
              <a:ext uri="{FF2B5EF4-FFF2-40B4-BE49-F238E27FC236}">
                <a16:creationId xmlns:a16="http://schemas.microsoft.com/office/drawing/2014/main" id="{3B4F3C02-370F-44FB-AE34-E11EFB33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6" y="2316194"/>
            <a:ext cx="3070193" cy="2039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Acceptance gates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 agree thresholds with each customer and keep high-risk content in a human-governed path.</a:t>
            </a:r>
          </a:p>
        </p:txBody>
      </p:sp>
    </p:spTree>
    <p:extLst>
      <p:ext uri="{BB962C8B-B14F-4D97-AF65-F5344CB8AC3E}">
        <p14:creationId xmlns:p14="http://schemas.microsoft.com/office/powerpoint/2010/main" val="19745686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296AD2D-2C0A-4D02-89AE-5D402FE3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BCB246F-CDF0-4A3D-9743-75C31079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 FDE-led pilot proves value in weeks—not years.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5B90349-4C54-4B51-A799-C05223DC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676313D-0A27-4644-94A2-17EBCC13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68197AD-A411-435B-AD66-6C6DD5F9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E89CCD1A-7FCC-4D0D-B5A4-08DEA342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DDE9637A-920D-4E3E-B7CA-164FA470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Scope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one market, platform, content type, and policy owner.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6DE2B46-7FF0-4AF1-B0C4-6FF37BAF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CBDAD143-3A0B-4AF3-843E-130E99A3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Configure &amp; compare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Load policy sources, review historic examples, and run a parallel workflow.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B3EFC6B1-5963-4A1B-BC04-DCEDA19D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99339392-9DE7-4848-A1B1-A7B0A6A1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Review false positives, misses, rework saved, and go-live thresholds.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57713AB2-E199-46D0-8A62-1002A71C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Weeks 2–3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50786A35-BD18-4344-9D27-69C61C93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Week 1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708DDD0A-454C-47CC-8CB2-E6BFBC7B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Week 4</a:t>
            </a:r>
          </a:p>
        </p:txBody>
      </p:sp>
    </p:spTree>
    <p:extLst>
      <p:ext uri="{BB962C8B-B14F-4D97-AF65-F5344CB8AC3E}">
        <p14:creationId xmlns:p14="http://schemas.microsoft.com/office/powerpoint/2010/main" val="20851560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8C0ACF7-B59F-441B-B50D-032B51C7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Sell speed with evidence.
Deploy with control.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4FBFAC7-D3CF-4DF1-AE99-FDD93C24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Recommended next step: select one pilot workflow and establish its evidence standard.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280C184-9B86-4346-AAF8-8FA02EB6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JusAds</a:t>
            </a:r>
          </a:p>
        </p:txBody>
      </p:sp>
    </p:spTree>
    <p:extLst>
      <p:ext uri="{BB962C8B-B14F-4D97-AF65-F5344CB8AC3E}">
        <p14:creationId xmlns:p14="http://schemas.microsoft.com/office/powerpoint/2010/main" val="2014959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2026-07-26T05:41:00.9330000Z</dcterms:created>
  <dcterms:modified xsi:type="dcterms:W3CDTF">2026-07-26T05:41:00.9330000Z</dcterms:modified>
</coreProperties>
</file>